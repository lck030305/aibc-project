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SAO Co-Pilot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CADCFC"/>
                </a:solidFill>
                <a:latin typeface="Calibri"/>
              </a:rPr>
              <a:t>File Map &amp; Bootcamp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18288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 Streamlit + RAG capstone for Singapore's Ministry of Social and Family Development. Each file is mapped to a stage in the pipeline and to the bootcamp topics it embodies.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MSF · Singapore Polytechnic AI Champions Bootcamp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Legend — File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Each row in the next slides is tagged with one of these four roles.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4592" cy="21945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76F51"/>
                </a:solidFill>
                <a:latin typeface="Calibri"/>
              </a:rPr>
              <a:t>Core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983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Modules used on every recommendation request: LLM wrapper, prompt templates, retriever, recommender, Streamlit UI. The runtime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164592" cy="2194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19072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Calibri"/>
              </a:rPr>
              <a:t>Data-pipeline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983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Run once (or on a schedule) to build the SGW corpus: scrape, chunk, embed, topic-map, patch missing items. Read-then-write.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79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79"/>
            <a:ext cx="164592" cy="219456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1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D99AE"/>
                </a:solidFill>
                <a:latin typeface="Calibri"/>
              </a:rPr>
              <a:t>Diagnostics / one-off 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19"/>
            <a:ext cx="4983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Forensics scripts kept in the repo for transparency: DOM probes, gap diagnoses, sample inspector. Help auditors trust the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69079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069079"/>
            <a:ext cx="164592" cy="219456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233671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64653"/>
                </a:solidFill>
                <a:latin typeface="Calibri"/>
              </a:rPr>
              <a:t>Config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46319"/>
            <a:ext cx="4983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Environment + persisted artefacts: requirements.txt, .env (gitignored), .gitignore, the data/ tree with raw JSON, chunks, embeddings.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0 ·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Environment, secrets and version control — laid down before anything else runs.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requirements.txt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Pip deps pinned: playwright, openai, python-dotenv, numpy, streamlit.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6.2 — pip + venv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0b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.venv/  (python -m venv)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Isolated Python environment so global Python stays untouched.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6.2 — pip + venv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.env  (gitignored)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OPENAI_API_KEY=… loaded by python-dotenv at import time.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5.2 — Secure credentials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.gitignore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Excludes .venv/, .env, __pycache__/ from version control.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8.3 — Intro to Git &amp; GitHub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1 · Data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One-time build of the SupportGoWhere corpus: 307 records / 2,147 section chunks / 12 category mappings.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scraper.py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Playwright renders 296 /schemes/ + /services/ pages; saves cleaned text per record.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5.3 — Python scripts · Topic 2.7 — Exception handling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 marT="45720" marB="45720">
                    <a:solidFill>
                      <a:srgbClr val="2A9D8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chunker.py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Splits each record into section-level chunks (tagline / highlights / who / apply / help / expect / whole).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4.2 — Pre-Retrieval · Topic 1.3 — Delimiters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 marT="45720" marB="45720">
                    <a:solidFill>
                      <a:srgbClr val="2A9D8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Embeds all 2,147 chunks via text-embedding-3-small; saves vectors.npy + index.jsonl.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3.1 — Embeddings · Topic 3.2 — Handling Embeddings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 marT="45720" marB="45720">
                    <a:solidFill>
                      <a:srgbClr val="2A9D8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topic_mapper.py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Crawls the 12 /topics/&lt;slug&gt; pages, captures XHR JSON to derive category metadata per record.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4.2 — Pre-Retrieval (metadata enrichment)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 marT="45720" marB="45720">
                    <a:solidFill>
                      <a:srgbClr val="2A9D8F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4b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scrape_missing.py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Patch scraper for items present on topic pages but absent from the original sitemap (11 found).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 (coverage check)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Data-pipeline scripts</a:t>
                      </a:r>
                    </a:p>
                  </a:txBody>
                  <a:tcPr marL="73152" marR="73152" marT="45720" marB="45720"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2 · Application layer  (the 5-stage prompt 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Runtime modules called on every recommendation request. Each step is its own focused module — Topic 2.6 Native Prompt Chaining.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1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llm.py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OpenAI wrapper: get_completion, get_completion_from_messages, embed_batch, num_tokens, get_secret (st.secrets → .env fallback).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1.3 · 5.2 · 2.7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safety.py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step_1_safety_check — Decision Chain guard vs prompt injection / jailbreak. Few-shot Y/N, max_tokens=1, fail-CLOSED.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2.6 (Decision Chain) · 2.7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router.py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step_2_classify_query — Decision Chain multi-class router: client_case / scheme_lookup / general / out-of-scope. Fail-OPEN.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2.6 (Decision Chain)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decomposer.py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step_3_decompose — Least-to-Most. Simple cases pass through; complex cases split into 2-5 sub-needs for separate retrieval + merge.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2.4 (Least-to-Most)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prompts.py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CO-STAR template with reasoning_steps field (Inner Monologue). XML-tag delimited candidates.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1.2 · 1.3 · 2.4 · 2.5 · Playbook p.26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retriever.py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Cosine search over text-embedding-3-small vectors with dedup + category/kind filters.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3.3 · 3.4 · 4.3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recommender.py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Orchestrates the full 5-stage chain. Named OpenAI exception catches. Exposes all stage outputs for the Behind-the-Scenes panel.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2.4 · 2.5 · 2.6 · 2.7 · 4.4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3 ·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SAO-facing surface. Built lightweight so we can iterate fast and deploy to Streamlit Community Cloud later.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233172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app.py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UI: sidebar filters + tuning sliders + HITL toggle + debug toggle, 5 sample buttons (incl. 🧩 complex + 🚨 malicious), recommendation cards, reasoning expander, cost footer (⚡ tokens + USD + latency), Behind-the-Scenes pipeline-stage panel.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6.1 · 6.3 · 8.1 (state, @st.cache_resource, session_state)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7F8FC"/>
          </a:solidFill>
          <a:ln w="6350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37160" cy="17373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What the SAO sees at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Enter a 1–2 sentence client situation  →  optional filters  →  Top-N recommendations with fit-score, plain-English rationale, verbatim evidence quote from SGW, and a checklist of items the SAO should verify with the client. Each card links straight to the live SupportGoWhere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4 · Evaluation  (Topic 4.5)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Two-metric framework over 10 hand-curated scenarios. Latest run: MRR 0.82 · precision@5 0.58 · recall@10 0.65.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10820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evaluator.py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Two metrics: retrieval@k (recall, precision, MRR) for pure-retriever quality; LLM-as-judge for recommend() output quality. Saves eval_report.{json,md}.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10820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eval/eval_data.json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10 scenarios spanning all 12 SGW categories with broadened expected-answer ground truth.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  <a:tr h="10820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eval/eval_report.{json, md}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Latest run output. Re-generated by python evaluator.py [--no-llm | --quick].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solidFill>
            <a:srgbClr val="F7F8FC"/>
          </a:solidFill>
          <a:ln w="6350">
            <a:solidFill>
              <a:srgbClr val="D8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212080"/>
            <a:ext cx="137160" cy="12801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  <a:latin typeface="Calibri"/>
              </a:rPr>
              <a:t>Headline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36"/>
                </a:solidFill>
                <a:latin typeface="Calibri"/>
              </a:rPr>
              <a:t>MRR 0.82 — first relevant scheme at rank 1-2 on average.  Precision@5 = 0.58 means more than half of top-5 retrieved are valid answers.  Recall@10 = 0.65 — about two-thirds of all valid answers in top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5 · Diagnostics &amp; probes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One-off scripts kept in the repo so any reviewer can re-run the forensics that informed our design decisions.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probe_dom.py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Initial DOM-structure investigation (homepage + scheme + service pages).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8.5 — Vibe coding (exploratory probing)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 marT="45720" marB="45720">
                    <a:solidFill>
                      <a:srgbClr val="8D99AE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probe_topic.py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Topic-page DOM probe (revealed that cards are JS-routed buttons, not anchors).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8.5 — Vibe coding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 marT="45720" marB="45720">
                    <a:solidFill>
                      <a:srgbClr val="8D99AE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diagnose_topic.py · find_missing.py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Per-topic gap diagnosis — surfaced 11 items present on SGW but absent from our sitemap.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 (coverage)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 marT="45720" marB="45720">
                    <a:solidFill>
                      <a:srgbClr val="8D99AE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D4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inspect_corpus.py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Pretty-print sample records for eyeball QA on chunk + scrape quality.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4.5 — RAG Evaluation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Diagnostics / one-off probes</a:t>
                      </a:r>
                    </a:p>
                  </a:txBody>
                  <a:tcPr marL="73152" marR="73152" marT="45720" marB="45720">
                    <a:solidFill>
                      <a:srgbClr val="8D99A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Stage 6 · Planned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the project goes next. Each item drops in additively without reworking the existing chain.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27"/>
                <a:gridCol w="2249424"/>
                <a:gridCol w="3599078"/>
                <a:gridCol w="2474366"/>
                <a:gridCol w="2249424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 / Action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Bootcamp topic(s)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13868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pii_filter.py (CLOAK)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PII detection + anonymisation via CLOAK FTA /transform endpoint. Sanitised text feeds the existing chain unchanged. Side-by-side Raw vs Sanitised UI panes.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5 (WOG tooling, secure data handling)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13868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doc_parser.py · rules_extractor.py · eligibility_checker.py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UC#2 (Pain Point #2) — extract structured facts from uploaded client docs, match against the 'who' / 'apply' chunks. Likely uses agentic tool-calling (Archetype #4).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2.5 · 2.6 · 4.4 · Topic 5/6 agents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Core application</a:t>
                      </a:r>
                    </a:p>
                  </a:txBody>
                  <a:tcPr marL="73152" marR="73152" marT="45720" marB="45720">
                    <a:solidFill>
                      <a:srgbClr val="E76F51"/>
                    </a:solidFill>
                  </a:tcPr>
                </a:tc>
              </a:tr>
              <a:tr h="13868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Cloud deployment + password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Push repo to GitHub, set secrets, optional password protection, get a public URL.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Topic 8.2 · 8.3 · 8.4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Config &amp; data</a:t>
                      </a:r>
                    </a:p>
                  </a:txBody>
                  <a:tcPr marL="73152" marR="73152" marT="45720" marB="45720">
                    <a:solidFill>
                      <a:srgbClr val="2646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Bootcamp curriculum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Every topic block the bootcamp teaches has a corresponding artefact in the repo.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539"/>
                <a:gridCol w="5061204"/>
                <a:gridCol w="4386376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Week / Topic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 bootcamp teaches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 it lives in this repo</a:t>
                      </a:r>
                    </a:p>
                  </a:txBody>
                  <a:tcPr marL="73152" marR="73152" marT="45720" marB="45720">
                    <a:solidFill>
                      <a:srgbClr val="1E2761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W1 · 1.x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LLM foundations · CO-STAR · f-strings · Delimiters · Tokens · Hallucinations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llm.py · prompts.py (CO-STAR + Inner Monologue) · tiktoken helper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W2 · 2.4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Chain-of-Thought · Least-to-Most · Better-reasoning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decomposer.py · prompts.py reasoning_steps field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W2 · 2.5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Multi-action · Inner Monologue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Recommender does 7 actions in one call · reasoning_steps surfaced as field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W2 · 2.6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Prompt chaining · Decision Chains · Human-in-the-Loop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5-stage chain · safety.py + router.py Decision Chains · HITL edit-gate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W2 · 2.7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Exception handling · Specific exception types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Named openai exceptions · fail-CLOSED vs fail-OPEN per chain step · JSON parse guard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W3 · 3.x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Embeddings · RAG · Search beyond keywords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embed.py · retriever.py · text-embedding-3-small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W4 · 4.2/4.3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Pre-retrieval optimisation · Retrieval improvement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chunker.py section chunks · topic_mapper.py · multi-sub-need retrieval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W4 · 4.4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Post-retrieval re-rank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CO-STAR re-ranker in recommender.py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W4 · 4.5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RAG Evaluation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evaluator.py + 10 scenarios + retrieval@k + LLM-judge framework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W5 · 5.2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Secure credentials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.env via python-dotenv · get_secret() falls back to st.secrets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W6 · 6.x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basics · pip + venv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requirements.txt · .venv/ · app.py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W8 · 8.1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Streamlit deep dive · State · Callbacks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@st.cache_resource · session_state for HITL state machine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W8 · 8.3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Git / GitHub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10+ commits to date · clean per-block history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W8 · 8.5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Vibe coding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The whole development workflow with the AI coding assistant</a:t>
                      </a:r>
                    </a:p>
                  </a:txBody>
                  <a:tcPr marL="73152" marR="73152" marT="45720" marB="45720">
                    <a:solidFill>
                      <a:srgbClr val="F7F8F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W8 · 8.2 / 8.4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Password protect · Streamlit Cloud deploy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1F36"/>
                          </a:solidFill>
                          <a:latin typeface="Calibri"/>
                        </a:rPr>
                        <a:t>🚧 planned next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Capstone deadline: 14 August 2026 · Politemall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